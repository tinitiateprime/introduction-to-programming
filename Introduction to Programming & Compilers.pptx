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SemiBold" panose="000007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6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70145" y="1727805"/>
            <a:ext cx="10416301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Introduction to Programming</a:t>
            </a:r>
            <a:endParaRPr dirty="0"/>
          </a:p>
        </p:txBody>
      </p:sp>
      <p:sp>
        <p:nvSpPr>
          <p:cNvPr id="85" name="Google Shape;85;p13"/>
          <p:cNvSpPr txBox="1"/>
          <p:nvPr/>
        </p:nvSpPr>
        <p:spPr>
          <a:xfrm>
            <a:off x="970145" y="2964531"/>
            <a:ext cx="9920287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 Comprehensive Overview of Languages, Compilers, and Architectures</a:t>
            </a:r>
            <a:endParaRPr dirty="0"/>
          </a:p>
        </p:txBody>
      </p:sp>
      <p:pic>
        <p:nvPicPr>
          <p:cNvPr id="1026" name="Picture 2" descr="TINITIATE Logo">
            <a:extLst>
              <a:ext uri="{FF2B5EF4-FFF2-40B4-BE49-F238E27FC236}">
                <a16:creationId xmlns:a16="http://schemas.microsoft.com/office/drawing/2014/main" id="{C6DEE7E6-B7C8-451D-9C8D-3287B572A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84448" cy="49482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DE543DD-C30E-E30C-C9CF-86E656140DA4}"/>
              </a:ext>
            </a:extLst>
          </p:cNvPr>
          <p:cNvSpPr/>
          <p:nvPr/>
        </p:nvSpPr>
        <p:spPr>
          <a:xfrm>
            <a:off x="2621090" y="4220063"/>
            <a:ext cx="64556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Venkata Bhattaram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71500" y="571500"/>
            <a:ext cx="5550693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Compilers &amp; Code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571500" y="1285875"/>
            <a:ext cx="52863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1590675"/>
            <a:ext cx="1094994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Programming is the process of providing instructions to a computer. A crucial part of this process involves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compilers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—specialized programs that translate human-readable source code into machine code or bytecode that a computer processor can execute.</a:t>
            </a:r>
            <a:endParaRPr dirty="0"/>
          </a:p>
        </p:txBody>
      </p:sp>
      <p:pic>
        <p:nvPicPr>
          <p:cNvPr id="2" name="Picture 2" descr="TINITIATE Logo">
            <a:extLst>
              <a:ext uri="{FF2B5EF4-FFF2-40B4-BE49-F238E27FC236}">
                <a16:creationId xmlns:a16="http://schemas.microsoft.com/office/drawing/2014/main" id="{0B7D0A2D-0584-7033-3285-6B5110575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552" y="6363177"/>
            <a:ext cx="3584448" cy="49482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218" name="Picture 2" descr="Code Editors in 2024">
            <a:extLst>
              <a:ext uri="{FF2B5EF4-FFF2-40B4-BE49-F238E27FC236}">
                <a16:creationId xmlns:a16="http://schemas.microsoft.com/office/drawing/2014/main" id="{86BD9CB8-8562-2E19-FD81-4CC395FDB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615089"/>
            <a:ext cx="3407824" cy="191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Top 10 Programming Languages Every BCA Student Should Master — JIET Jodhpur">
            <a:extLst>
              <a:ext uri="{FF2B5EF4-FFF2-40B4-BE49-F238E27FC236}">
                <a16:creationId xmlns:a16="http://schemas.microsoft.com/office/drawing/2014/main" id="{57450C6E-1471-61A0-C3B1-019514E2F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649" y="2615089"/>
            <a:ext cx="2862520" cy="1908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How to Run Your Python Scripts and Code – Real Python">
            <a:extLst>
              <a:ext uri="{FF2B5EF4-FFF2-40B4-BE49-F238E27FC236}">
                <a16:creationId xmlns:a16="http://schemas.microsoft.com/office/drawing/2014/main" id="{4D3A9C33-E3F9-3AC2-A8A2-7C4FAC0B6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384" y="2615089"/>
            <a:ext cx="3407824" cy="191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C20866C2-0A8A-AE54-3E1C-2A46A1AC695A}"/>
              </a:ext>
            </a:extLst>
          </p:cNvPr>
          <p:cNvSpPr/>
          <p:nvPr/>
        </p:nvSpPr>
        <p:spPr>
          <a:xfrm>
            <a:off x="10030968" y="4242816"/>
            <a:ext cx="748952" cy="262332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571500" y="3910012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507968" y="4271962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Source Code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71500" y="4748212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Text file written in a compiled language (e.g., C, C++, Java, C#).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3343888" y="2071687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Compiler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3407419" y="2547937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Translates human-readable code into an intermediate format.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179808" y="4271962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Bytecode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243339" y="4748212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Intermediate machine-level instructions generated by the compiler.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015728" y="2071687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Runner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079259" y="2547937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runtime environment executes the final code on the machine.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1727820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4563740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7399659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10235579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Compiled Languages: 2-Step Process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TINITIATE Logo">
            <a:extLst>
              <a:ext uri="{FF2B5EF4-FFF2-40B4-BE49-F238E27FC236}">
                <a16:creationId xmlns:a16="http://schemas.microsoft.com/office/drawing/2014/main" id="{B1F9ECE1-4F6A-D4B2-337D-2E6085571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552" y="6363177"/>
            <a:ext cx="3584448" cy="49482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57412"/>
            <a:ext cx="342900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157412"/>
            <a:ext cx="342900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157412"/>
            <a:ext cx="34290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62025" y="3328987"/>
            <a:ext cx="204025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Source Code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62025" y="3871912"/>
            <a:ext cx="26479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Written in Python, JavaScript, TypeScript, or PHP. No explicit pre-compilation step is required by the developer.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72025" y="3328987"/>
            <a:ext cx="278034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Compiler/Runner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772025" y="4271962"/>
            <a:ext cx="2647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language engine interprets or Just-In-Time (JIT) compiles the code dynamically on the fly.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82025" y="3328987"/>
            <a:ext cx="17002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Execution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582025" y="3871912"/>
            <a:ext cx="26479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application is executed immediately by the runtime environment without producing a separate bytecode file.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5955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72025" y="25955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82025" y="2595562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Scripting Languages: Execution Flow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TINITIATE Logo">
            <a:extLst>
              <a:ext uri="{FF2B5EF4-FFF2-40B4-BE49-F238E27FC236}">
                <a16:creationId xmlns:a16="http://schemas.microsoft.com/office/drawing/2014/main" id="{207B737D-527E-7957-3AF8-0C0D9E9F3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552" y="6363177"/>
            <a:ext cx="3584448" cy="49482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>
            <a:off x="5524500" y="2669827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115627" y="3012727"/>
            <a:ext cx="5960745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Learning Path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2633662" y="4108102"/>
            <a:ext cx="69246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From fundamental syntax to advanced software engineering concepts.</a:t>
            </a:r>
            <a:endParaRPr/>
          </a:p>
        </p:txBody>
      </p:sp>
      <p:pic>
        <p:nvPicPr>
          <p:cNvPr id="3" name="Picture 2" descr="TINITIATE Logo">
            <a:extLst>
              <a:ext uri="{FF2B5EF4-FFF2-40B4-BE49-F238E27FC236}">
                <a16:creationId xmlns:a16="http://schemas.microsoft.com/office/drawing/2014/main" id="{3BFB4C69-DBA2-5BE4-D556-F5A00D595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552" y="6363177"/>
            <a:ext cx="3584448" cy="49482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33575"/>
            <a:ext cx="5238750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33575"/>
            <a:ext cx="5238750" cy="40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1057275" y="2419350"/>
            <a:ext cx="448056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Basics &amp; Data Structures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6867525" y="2419350"/>
            <a:ext cx="448056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Object-Oriented Programming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343025" y="3057525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Language Basics: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Understand variables, data types, loops, and conditional logic.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343025" y="3857625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Organization: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Master arrays, lists, dictionaries, and sets.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343025" y="4657725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Complex Structures: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Learn trees, graphs, and memory management basics.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153275" y="3057525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Classes &amp; Objects: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Blueprinting real-world entities into reusable code modules.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153275" y="3857625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Inheritance: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Sharing attributes and methods across hierarchical class structures.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153275" y="4657725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Polymorphism &amp; Encapsulation: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Ensuring flexibility and securing data states within objects.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057275" y="298132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057275" y="378142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057275" y="458152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867525" y="298132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867525" y="378142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867525" y="458152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Foundational Concepts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TINITIATE Logo">
            <a:extLst>
              <a:ext uri="{FF2B5EF4-FFF2-40B4-BE49-F238E27FC236}">
                <a16:creationId xmlns:a16="http://schemas.microsoft.com/office/drawing/2014/main" id="{F29EC855-1D94-71CD-2B91-267EC4EC4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552" y="6363177"/>
            <a:ext cx="3584448" cy="49482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1809750" y="2700337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System &amp; Utilities: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Mastering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Date/Time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functions and executing native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OS Commands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robust automation.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1809750" y="3243262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File Handling: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Reading, writing, and securely manipulating local file systems efficiently.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809750" y="3786187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Database Handling: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Connecting to and querying SQL and NoSQL databases for persistent application storage.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809750" y="4329112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Data Formats: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Parsing, serializing, and generating standard industry formats including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CSV, JSON, XML, and Parquet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272415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267075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81000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352925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Essential Libraries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TINITIATE Logo">
            <a:extLst>
              <a:ext uri="{FF2B5EF4-FFF2-40B4-BE49-F238E27FC236}">
                <a16:creationId xmlns:a16="http://schemas.microsoft.com/office/drawing/2014/main" id="{7B5F5825-CF8E-466E-AC41-5F1546273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552" y="6363177"/>
            <a:ext cx="3584448" cy="49482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192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1047750" y="181927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Decorators: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Dynamically alter the functionality of functions or classes through metaprogramming.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1047750" y="26670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RegEx: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Leverage powerful pattern matching for complex text searching and validation.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1047750" y="351472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MultiThreading: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Utilize concurrent execution to optimize and scale I/O-bound tasks.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1047750" y="436245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MultiProcessing: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Implement parallel execution to maximize CPU utilization across cores.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047750" y="521017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Pickle: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Perform object serialization for saving and loading complex data states.</a:t>
            </a:r>
            <a:endParaRPr/>
          </a:p>
        </p:txBody>
      </p:sp>
      <p:pic>
        <p:nvPicPr>
          <p:cNvPr id="184" name="Google Shape;18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3087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9081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38537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8626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233987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Advanced Programming Features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TINITIATE Logo">
            <a:extLst>
              <a:ext uri="{FF2B5EF4-FFF2-40B4-BE49-F238E27FC236}">
                <a16:creationId xmlns:a16="http://schemas.microsoft.com/office/drawing/2014/main" id="{BA3AA9DF-A3EB-4F3F-1F7E-EFB32CA76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552" y="6363177"/>
            <a:ext cx="3584448" cy="49482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1380410" y="2549872"/>
            <a:ext cx="9431178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Mastering the Craft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1604962" y="3769072"/>
            <a:ext cx="89820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Programming is a continuous journey of learning, optimizing, and building the future.</a:t>
            </a:r>
            <a:endParaRPr/>
          </a:p>
        </p:txBody>
      </p:sp>
      <p:pic>
        <p:nvPicPr>
          <p:cNvPr id="2" name="Picture 2" descr="TINITIATE Logo">
            <a:extLst>
              <a:ext uri="{FF2B5EF4-FFF2-40B4-BE49-F238E27FC236}">
                <a16:creationId xmlns:a16="http://schemas.microsoft.com/office/drawing/2014/main" id="{A63B5043-8A17-FBF3-B05F-AAB87BD2F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552" y="6363177"/>
            <a:ext cx="3584448" cy="49482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/>
        </p:nvSpPr>
        <p:spPr>
          <a:xfrm>
            <a:off x="295275" y="250790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38414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Thank you for your time and attention.</a:t>
            </a:r>
            <a:endParaRPr/>
          </a:p>
        </p:txBody>
      </p:sp>
      <p:pic>
        <p:nvPicPr>
          <p:cNvPr id="2" name="Picture 2" descr="TINITIATE Logo">
            <a:extLst>
              <a:ext uri="{FF2B5EF4-FFF2-40B4-BE49-F238E27FC236}">
                <a16:creationId xmlns:a16="http://schemas.microsoft.com/office/drawing/2014/main" id="{AE7A1752-83FC-78C6-75CB-0BA73A332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552" y="6363177"/>
            <a:ext cx="3584448" cy="49482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457</Words>
  <Application>Microsoft Office PowerPoint</Application>
  <PresentationFormat>Widescreen</PresentationFormat>
  <Paragraphs>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Lato</vt:lpstr>
      <vt:lpstr>Calibri</vt:lpstr>
      <vt:lpstr>Poppins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Venkata Bhattaram</cp:lastModifiedBy>
  <cp:revision>5</cp:revision>
  <dcterms:modified xsi:type="dcterms:W3CDTF">2026-05-15T19:36:35Z</dcterms:modified>
</cp:coreProperties>
</file>